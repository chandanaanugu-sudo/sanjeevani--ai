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INNOVATION PITCH • HEALTHCARE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71600" y="192024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SANJEEVANI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Emergency Medical Command &amp; Smart OPD Pacing Ecosystem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"Bridging the Golden Hour Delay &amp; Eliminating Hospital Lobby Congestion in Real-Time"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4754880"/>
            <a:ext cx="75895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5029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🚑 108 Emergency Siren   •   🎙️ Multilingual Voice AI   •   ⏱️ 2-Min Auto-Lock   •   🏥 Live Bed Reservation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Problem in Emergency Healthcare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120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CRITICAL CARE CRISIS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Fatal "Golden Hour" Delay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cardiac and trauma patients lose life-saving minutes wandering between hospitals searching for available ICU beds and cath labs.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120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ZERO TELEMETRY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Ambulance Systems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Ambulances operate as isolated islands. Hospitals have zero pre-arrival telemetry or patient vital data before the stretcher rolls through the door.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INFECTIOUS CONGESTION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Overcrowded Hospital OPD Lobbies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800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Outpatient departments are overwhelmed with 3+ hour physical queues, exposing vulnerable patients to cross-infections and severe anxiety.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5120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COMMUNICATION GAP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Panic Barriers in Distress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800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Callers in severe distress panic and struggle to articulate clinical symptoms in English, causing vital dispatch misclassification.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Sanjeevani AI Solution: Unified Ecosystem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256032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🎙️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Voice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150ms instant symptom extraction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Telugu, Hindi &amp; English speech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Clinical-grade auto-standardization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6032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2-Min Auto-Lock Chooser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3383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 chooses preferred hospital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2-Minute fail-safe countdown timer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Auto-locks to #1 closest ICU on expiry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56032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Ambulance Siren Alert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383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Loud hi-lo two-tone siren blast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WebAudio API + WAV loop engine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Synchronous alert on patient &amp; admin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23960" y="1828800"/>
            <a:ext cx="256032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6112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 ER GPS Intercept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3383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Patient -&gt; Ambulance -&gt; ER route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30-Min Bed #2 reservation hold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"Admitted Successfully" loop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BLUEPRINT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Modern Tech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38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COMMAND INTERFACE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Vite 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965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dual-dashboard architecture (Patient Portal &amp; Hospital Admin). Styled with Tailwind CSS for glassmorphic dark-mode clinical UI.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698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90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SYNCHRONIZATION ENGINE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32278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Cloud Realtime + BroadcastChannel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Zero-latency WebSocket events for instantaneous dispatch alerts. LocalStorage cross-tab fallbacks ensure zero lost emergency signals.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698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41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CORRIDOR &amp; TELEMETRY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42793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 + CARTO Dark Matter GIS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069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dynamic polyline route tracking from Patient GPS 📍 through moving ALS Ambulance 🚑 to destination Trauma Bay 🏥.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983480"/>
            <a:ext cx="1069848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093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EMERGENCY AUDIO ENGINE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53309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Web Audio API + PCM WAV Loop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5120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 108 Indian ambulance two-tone cadence (960Hz &lt;-&gt; 770Hz). Browser autoplay pre-warm protocol guarantees sound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Deep-Dive: Patient SOS &amp; 2-Min Auto-Lock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MULTILINGUAL VOICE DISTRESS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speech recognition tuned for emergency phonetic catches: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Telugu: "యాక్సిడెంట్ అయింది", "గుండె నొప్పి", "ఆయాసం"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Hindi: "सीने में दर्द", "एक्सीडेंट", "सांस फूलना"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English / Telenglish: "Accident ayindi", "Chest pain"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150ms Rapid Prefix-Match: Immediately auto-standardizes raw colloquial words into clinical emergency triage classes.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Fail-Safe 1-Tap Chips: Quick touch buttons for instant dispatch when voice input is not feasible.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2-MINUTE AUTO-LOCK &amp; 108 SIREN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Hospital Chooser Screen: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Displays live nearby emergency centers (Apollo, City Care, Fortis) with real-time distance and available ICU bed count.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2-Minute Fail-Safe Countdown Timer: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patient or family is unconscious or incapacitated, system automatically locks and dispatches the #1 closest hospital.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108 Ambulance Siren Blast: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 booking confirmation, the authentic 108 ambulance siren immediately sounds loud and continuous, reassuring the caller help is en route.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TRAUMA DESK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Deep-Dive: Hospital Command &amp; Live GPS 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120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Code Red Modal &amp; 108 Siren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full-screen alert pops up on the hospital screen with ambulance siren audio. Clicking OK silences the siren and enters the Trauma ER Desk.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120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Live GPS Intercept Corridor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514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dark-mode map displays the live GPS position of the patient, the moving ALS ambulance, and the hospital destination with route telemetry.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30-Min Bed &amp; Cath-Lab Lock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6177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Reserves Trauma Resuscitation Bay #2 and prepares the on-duty catheterization team before patient arrival, safeguarding the Golden Hour.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931920"/>
            <a:ext cx="51206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1-Click Clinical Admission Handoff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6177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ambulance arrives, Admin clicks "Patient Received (Done)". Resolves the incident and broadcasts admission feedback to the patient.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REASSURANCE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Feedback Loop: "Admitted Successfully!"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828800"/>
            <a:ext cx="8869680" cy="42062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21031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PATIENT ADMITTED SUCCESSFULLY! (LIVE POPUP MODAL)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2606040"/>
            <a:ext cx="8138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Two-Way Closed Loop Communication: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moment the ER Doctor clicks "PATIENT RECEIVED AT HOSPITAL (DONE)" on the admin desk, the Patient Portal automatically catches the event in real-time.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Celebratory Glassmorphic Modal Popup: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Displays verified destination hospital name (Apollo Trauma &amp; Heart Institute)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Displays locked room &amp; bay: Trauma Bay #2 (Reserved &amp; Locked)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Displays attending doctor: Dr. Sudhir Rao, MD (Cardiology &amp; Trauma In-Charge)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Displays exact clock timestamp of medical handoff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Emotional &amp; Clinical Reassurance: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Silences all emergency alarms and displays: "Clinical care initiated. You are in safe hands."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OUTPATIENT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Just-in-Time OPD Queue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338328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Home-Waiting Pacing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compute travel time and live room delays. Instead of waiting in crowded hospitals, patients stay safely at home and arrive just in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38328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Token Integrity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unified token numbers between online app appointments and offline walk-in kiosks (SANJ-104, 105, 106...). Never skips or duplicates.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920240"/>
            <a:ext cx="338328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2960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Delay Broadcast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338328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emergency delays the doctor by +15 minutes, a single click notifies all home-waiting patients, auto-adjusting their departure time.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Impact, Metrics &amp; Scalability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Golden Hour Delays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bed hold + route green-lighting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377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3+ Hrs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1188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 Wait Time Eliminated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4297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wait comfortably at home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377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 ms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Voice AI Catch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297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clinical symptom standardization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23960" y="19202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2377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0684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 Integrity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4297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Cross-tab &amp; WebSocket zero-drop ledger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0972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GRAND FINALE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Transforming Emergency Care with Sanjeevani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25603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"From blind panic to real-time, life-saving clinical orchestration."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758952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5661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LIVE INTERACTIVE DEMO READY FOR JUDGES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402336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👉 Patient Emergency Portal:  http://localhost:5173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👉 Hospital Admin ER Desk:     http://localhost:5173/admin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49377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Open for Questions &amp; Live Interactive Trial.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Sanjeevani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Sanjeevani AI - Hackathon Pitch Deck</dc:title>
  <dc:subject>PptxGenJS Presentation</dc:subject>
  <dc:creator>Team Sanjeevani</dc:creator>
  <cp:lastModifiedBy>Team Sanjeevani</cp:lastModifiedBy>
  <cp:revision>1</cp:revision>
  <dcterms:created xsi:type="dcterms:W3CDTF">2026-09-11T10:31:10Z</dcterms:created>
  <dcterms:modified xsi:type="dcterms:W3CDTF">2026-09-11T10:31:10Z</dcterms:modified>
</cp:coreProperties>
</file>